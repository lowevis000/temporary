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LOWE (Student)" userId="62c077f1-aca0-4505-9bd5-601574cc911b" providerId="ADAL" clId="{3247E0C6-A544-411C-8583-EA658E6E2F04}"/>
    <pc:docChg chg="modSld">
      <pc:chgData name="VISHAL LOWE (Student)" userId="62c077f1-aca0-4505-9bd5-601574cc911b" providerId="ADAL" clId="{3247E0C6-A544-411C-8583-EA658E6E2F04}" dt="2026-09-17T18:02:49.033" v="0" actId="1076"/>
      <pc:docMkLst>
        <pc:docMk/>
      </pc:docMkLst>
      <pc:sldChg chg="modSp mod">
        <pc:chgData name="VISHAL LOWE (Student)" userId="62c077f1-aca0-4505-9bd5-601574cc911b" providerId="ADAL" clId="{3247E0C6-A544-411C-8583-EA658E6E2F04}" dt="2026-09-17T18:02:49.033" v="0" actId="1076"/>
        <pc:sldMkLst>
          <pc:docMk/>
          <pc:sldMk cId="1919542263" sldId="259"/>
        </pc:sldMkLst>
        <pc:picChg chg="mod">
          <ac:chgData name="VISHAL LOWE (Student)" userId="62c077f1-aca0-4505-9bd5-601574cc911b" providerId="ADAL" clId="{3247E0C6-A544-411C-8583-EA658E6E2F04}" dt="2026-09-17T18:02:49.033" v="0" actId="1076"/>
          <ac:picMkLst>
            <pc:docMk/>
            <pc:sldMk cId="1919542263" sldId="259"/>
            <ac:picMk id="3" creationId="{002B4257-ED14-9ED0-E644-EBBC03FBCEC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46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6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2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81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334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3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93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4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88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2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8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23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9324" y="2361122"/>
            <a:ext cx="10283452" cy="2139325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Woodland Dwelling Project Submission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6517" y="4731355"/>
            <a:ext cx="6991776" cy="1048299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Vishal Lowe Period 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94C40-17F5-0ADD-35BC-97BE3A68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Idea Board planning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4A00642-9468-B97B-EAB8-787BC24D1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35" y="935941"/>
            <a:ext cx="7179970" cy="499007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724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B5A69-CDC6-C89A-3A22-1C46A947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65" y="1361440"/>
            <a:ext cx="3324281" cy="26946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PROCESS PHOTO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34A31-7496-1532-C541-85C00DC02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61" y="830076"/>
            <a:ext cx="7478918" cy="519784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205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268C1-E8EB-01DC-D902-7B7D119A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4937004" cy="40586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500" dirty="0"/>
              <a:t>Final angle 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02B4257-ED14-9ED0-E644-EBBC03FBC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7"/>
          <a:stretch>
            <a:fillRect/>
          </a:stretch>
        </p:blipFill>
        <p:spPr>
          <a:xfrm>
            <a:off x="5851819" y="1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42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D1FF8-0F8C-8656-2B03-FEF534E26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871758"/>
            <a:ext cx="5227171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FINAL ANGLE 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3C35BEA-754C-A6A3-B510-5D1D56E37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6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16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54787-C66E-B65B-D644-C11F662CC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REFLECTION: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A50FD-3910-F1ED-54E6-8E08EBA0D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13992"/>
            <a:ext cx="10691265" cy="424789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1900" dirty="0"/>
              <a:t>___/25 </a:t>
            </a:r>
            <a:r>
              <a:rPr lang="en-US" sz="1900" b="1" dirty="0"/>
              <a:t>Requirements </a:t>
            </a:r>
            <a:r>
              <a:rPr lang="en-US" sz="1900" dirty="0"/>
              <a:t>– Did you meet all of the requirements? (Using 2-3 natural materials, </a:t>
            </a:r>
            <a:r>
              <a:rPr lang="en-US" sz="1900" dirty="0" err="1"/>
              <a:t>entirebuild</a:t>
            </a:r>
            <a:r>
              <a:rPr lang="en-US" sz="1900" dirty="0"/>
              <a:t> fits in your locker, at least 2 windows and 1 door, used multiple techniques for connections </a:t>
            </a:r>
            <a:r>
              <a:rPr lang="en-US" sz="1900" dirty="0" err="1"/>
              <a:t>anddesign</a:t>
            </a:r>
            <a:r>
              <a:rPr lang="en-US" sz="1900" dirty="0"/>
              <a:t>, &amp; sketched at least 2 different views). </a:t>
            </a:r>
            <a:endParaRPr lang="en-US" dirty="0"/>
          </a:p>
          <a:p>
            <a:r>
              <a:rPr lang="en-US" dirty="0"/>
              <a:t>___/25 </a:t>
            </a:r>
            <a:r>
              <a:rPr lang="en-US" b="1" dirty="0"/>
              <a:t>Craftsmanship </a:t>
            </a:r>
            <a:r>
              <a:rPr lang="en-US" dirty="0"/>
              <a:t>- Rate how well you did with focusing on craftsmanship for this project. Can you see any connections, painting mistakes, </a:t>
            </a:r>
            <a:r>
              <a:rPr lang="en-US" dirty="0" err="1"/>
              <a:t>etc</a:t>
            </a:r>
            <a:r>
              <a:rPr lang="en-US" dirty="0"/>
              <a:t>? </a:t>
            </a:r>
            <a:endParaRPr lang="en-US"/>
          </a:p>
          <a:p>
            <a:r>
              <a:rPr lang="en-US" dirty="0"/>
              <a:t>___/25 </a:t>
            </a:r>
            <a:r>
              <a:rPr lang="en-US" b="1" dirty="0"/>
              <a:t>Creativity and Material Exploration</a:t>
            </a:r>
            <a:r>
              <a:rPr lang="en-US" dirty="0"/>
              <a:t> – Rate how creative you think your overall build went. Did you challenge yourself? Did you use a range of materials? </a:t>
            </a:r>
          </a:p>
          <a:p>
            <a:r>
              <a:rPr lang="en-US" dirty="0"/>
              <a:t>___/25 </a:t>
            </a:r>
            <a:r>
              <a:rPr lang="en-US" b="1" dirty="0"/>
              <a:t>Effort and Time Management </a:t>
            </a:r>
            <a:r>
              <a:rPr lang="en-US" dirty="0"/>
              <a:t>- Did you use your in-class and out of class time wisely? Did you utilize TI time when necessary, did you waste time by not working, etc.? </a:t>
            </a:r>
          </a:p>
          <a:p>
            <a:r>
              <a:rPr lang="en-US" dirty="0"/>
              <a:t>___/25 </a:t>
            </a:r>
            <a:r>
              <a:rPr lang="en-US" b="1" dirty="0"/>
              <a:t>Texture, Color, Layering, and Connection</a:t>
            </a:r>
            <a:r>
              <a:rPr lang="en-US" dirty="0"/>
              <a:t> – How well did you consider these elements, principles, and techniques during the creation of your dwelling? Are all four of these obvious highlights in your build?</a:t>
            </a:r>
          </a:p>
        </p:txBody>
      </p:sp>
    </p:spTree>
    <p:extLst>
      <p:ext uri="{BB962C8B-B14F-4D97-AF65-F5344CB8AC3E}">
        <p14:creationId xmlns:p14="http://schemas.microsoft.com/office/powerpoint/2010/main" val="1600536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6D4C-396F-5A97-9466-0AC1D245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REFLECTION CONTINUED: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8AF98-B829-AA24-2A53-6EAA3B5FE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13992"/>
            <a:ext cx="10691265" cy="424789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Explain why you gave yourself the grade you did. </a:t>
            </a:r>
          </a:p>
          <a:p>
            <a:pPr marL="0" indent="0">
              <a:buNone/>
            </a:pPr>
            <a:r>
              <a:rPr lang="en-US" b="1" dirty="0"/>
              <a:t>Requirements: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[I think i would give myself a 24/25 because I did everything but I feel like I could've made a door and made more detailed windows]</a:t>
            </a:r>
          </a:p>
          <a:p>
            <a:pPr marL="0" indent="0">
              <a:buNone/>
            </a:pPr>
            <a:r>
              <a:rPr lang="en-US" b="1" dirty="0"/>
              <a:t>Craftsmanship:</a:t>
            </a:r>
            <a:r>
              <a:rPr lang="en-US" dirty="0"/>
              <a:t> </a:t>
            </a:r>
            <a:r>
              <a:rPr lang="en-US" dirty="0">
                <a:solidFill>
                  <a:srgbClr val="00B050"/>
                </a:solidFill>
              </a:rPr>
              <a:t>[24/25, I did well in construction and building on time but theres a couple spots that could’ve been made better]</a:t>
            </a:r>
          </a:p>
          <a:p>
            <a:pPr marL="0" indent="0">
              <a:buNone/>
            </a:pPr>
            <a:r>
              <a:rPr lang="en-US" b="1" dirty="0"/>
              <a:t>Creativity and Material Exploration:</a:t>
            </a:r>
            <a:r>
              <a:rPr lang="en-US" dirty="0">
                <a:solidFill>
                  <a:srgbClr val="00B050"/>
                </a:solidFill>
              </a:rPr>
              <a:t>[25/25, I used a lot of materials to help with my look and I did good at using them]</a:t>
            </a:r>
          </a:p>
          <a:p>
            <a:pPr marL="0" indent="0">
              <a:buNone/>
            </a:pPr>
            <a:r>
              <a:rPr lang="en-US" b="1" dirty="0"/>
              <a:t>Effort and Time Management:</a:t>
            </a:r>
            <a:r>
              <a:rPr lang="en-US" dirty="0">
                <a:solidFill>
                  <a:srgbClr val="00B050"/>
                </a:solidFill>
              </a:rPr>
              <a:t>[25/25, I used my time well and I was finished with my project within a good amount of time and I didn’t finish it late]</a:t>
            </a:r>
          </a:p>
          <a:p>
            <a:pPr marL="0" indent="0">
              <a:buNone/>
            </a:pPr>
            <a:r>
              <a:rPr lang="en-US" b="1" dirty="0"/>
              <a:t>Texture, Color, Layering, and Connection</a:t>
            </a:r>
            <a:r>
              <a:rPr lang="en-US" dirty="0"/>
              <a:t>:</a:t>
            </a:r>
            <a:r>
              <a:rPr lang="en-US" dirty="0">
                <a:solidFill>
                  <a:srgbClr val="00B050"/>
                </a:solidFill>
              </a:rPr>
              <a:t>[24/25, I used good texture and materials to help build up my project and also I used different painting techniques to try and make my project more interesting ]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What environment or culture did you base your build on?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00B050"/>
                </a:solidFill>
              </a:rPr>
              <a:t>[I based it off a house that you could find in the woods and I wanted it to be a little shack on top of a hill]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Is there anything you would change about this project? Also, add any additional comments here. 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[I would want to add more to the environment and build the hill better]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70798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445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Calisto MT</vt:lpstr>
      <vt:lpstr>Univers Condensed</vt:lpstr>
      <vt:lpstr>ChronicleVTI</vt:lpstr>
      <vt:lpstr>Woodland Dwelling Project Submission</vt:lpstr>
      <vt:lpstr>Idea Board planning</vt:lpstr>
      <vt:lpstr>PROCESS PHOTO</vt:lpstr>
      <vt:lpstr>Final angle 1</vt:lpstr>
      <vt:lpstr>FINAL ANGLE 2</vt:lpstr>
      <vt:lpstr>SELF REFLECTION:</vt:lpstr>
      <vt:lpstr>SELF REFLECTION CONTINUED: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Woodland Dwelling Project Submission</dc:title>
  <dc:creator/>
  <cp:lastModifiedBy>VISHAL LOWE (Student)</cp:lastModifiedBy>
  <cp:revision>135</cp:revision>
  <dcterms:created xsi:type="dcterms:W3CDTF">2025-08-13T23:21:42Z</dcterms:created>
  <dcterms:modified xsi:type="dcterms:W3CDTF">2026-09-17T18:02:59Z</dcterms:modified>
</cp:coreProperties>
</file>